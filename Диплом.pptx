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0053701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0053701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0053701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a0053701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0053701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0053701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a0053701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a0053701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a0053701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a0053701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a0053701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a0053701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0053701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a0053701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a0053701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a0053701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a0053701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a0053701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b90b5769b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b90b5769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90b5769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b90b5769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a0053701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a0053701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6160250" y="1353150"/>
            <a:ext cx="25866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Тестирование сайта 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&lt;&lt;Урал Опера Балет&gt;&gt;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https://uralopera.ru/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4590275" y="3326825"/>
            <a:ext cx="42687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ru"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Дипломную работу выполняли студенты курса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ru"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«Тестирование ПО (QA)» Компьютерной Академии «Топ»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группы QA415 Пагин Дмитрий Сергеевич</a:t>
            </a:r>
            <a:endParaRPr b="1" sz="1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ru"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Идолов Сергей Владимирович</a:t>
            </a:r>
            <a:endParaRPr b="1" sz="1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 театре &lt;&lt;Урал Опера Балет&gt;&gt;</a:t>
            </a:r>
            <a:endParaRPr b="1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Театр &lt;&lt;Урал Опера Балет &gt;&gt; находиться в городе </a:t>
            </a:r>
            <a:r>
              <a:rPr lang="ru"/>
              <a:t>Екатеринбурге</a:t>
            </a:r>
            <a:r>
              <a:rPr lang="ru"/>
              <a:t>. В Театре </a:t>
            </a:r>
            <a:r>
              <a:rPr lang="ru"/>
              <a:t>ставят</a:t>
            </a:r>
            <a:r>
              <a:rPr lang="ru"/>
              <a:t> высококачественную Оперу и Балет . Театр </a:t>
            </a:r>
            <a:r>
              <a:rPr lang="ru"/>
              <a:t>пользуется</a:t>
            </a:r>
            <a:r>
              <a:rPr lang="ru"/>
              <a:t> популярностью.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Многие покупают билеты в театр через сайт Урал Опера Балет.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Сайт позволяет посмотреть спектакли на необходимые вам даты,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выбрать понравившиеся вам места , и купить билет.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Также</a:t>
            </a:r>
            <a:r>
              <a:rPr lang="ru"/>
              <a:t> на сайте можно посмотреть информацию об актерах спектаклей.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Цель тестирования</a:t>
            </a:r>
            <a:endParaRPr b="1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Целью тестирования сайта является проверка корректной работы некоторых его функциональных возможностей на последних версиях браузеров Google Chrome и Mozilla Firefox.</a:t>
            </a:r>
            <a:endParaRPr b="1"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b="1"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Итогом процесса тестирования будет отчет о результатах тестирования текущего покрытия типовыми сценариями</a:t>
            </a:r>
            <a:r>
              <a:rPr lang="ru" sz="1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использования.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ru" sz="4000">
                <a:latin typeface="Twentieth Century"/>
                <a:ea typeface="Twentieth Century"/>
                <a:cs typeface="Twentieth Century"/>
                <a:sym typeface="Twentieth Century"/>
              </a:rPr>
              <a:t>Условия для тестирования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Веб-сайт должен удовлетворять потребность пользователя, связанных с: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Информированием посетителей сайта о спектаклях;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Просмотром дат и мест спектаклей;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Возможность купить билет на понравившейся спектакль;</a:t>
            </a:r>
            <a:endParaRPr b="1"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wentieth Century"/>
              <a:buChar char="•"/>
            </a:pP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Посмотреть </a:t>
            </a: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информацию</a:t>
            </a: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 об актерах.</a:t>
            </a:r>
            <a:endParaRPr b="1"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wentieth Century"/>
              <a:buChar char="•"/>
            </a:pPr>
            <a:r>
              <a:rPr b="1" lang="ru" sz="2000">
                <a:latin typeface="Twentieth Century"/>
                <a:ea typeface="Twentieth Century"/>
                <a:cs typeface="Twentieth Century"/>
                <a:sym typeface="Twentieth Century"/>
              </a:rPr>
              <a:t>Регистрация и авторизация на сайте</a:t>
            </a:r>
            <a:endParaRPr b="1" sz="2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ru" sz="4000">
                <a:latin typeface="Twentieth Century"/>
                <a:ea typeface="Twentieth Century"/>
                <a:cs typeface="Twentieth Century"/>
                <a:sym typeface="Twentieth Century"/>
              </a:rPr>
              <a:t>Типы тестирования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ru" sz="1800">
                <a:latin typeface="Twentieth Century"/>
                <a:ea typeface="Twentieth Century"/>
                <a:cs typeface="Twentieth Century"/>
                <a:sym typeface="Twentieth Century"/>
              </a:rPr>
              <a:t>	Исследовательское тестирование</a:t>
            </a:r>
            <a:br>
              <a:rPr b="1" lang="ru" sz="1800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ru" sz="1400">
                <a:latin typeface="Twentieth Century"/>
                <a:ea typeface="Twentieth Century"/>
                <a:cs typeface="Twentieth Century"/>
                <a:sym typeface="Twentieth Century"/>
              </a:rPr>
              <a:t>Ознакомиться с продуктом для подготовки к созданию чек-листов и баг репортов.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18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ru" sz="1800"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Автотестирование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269875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Запуск автотестов для регистрации и авторизации на сайте, с проверкой успешности пройденных автотестов.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269875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269875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latin typeface="Times New Roman"/>
                <a:ea typeface="Times New Roman"/>
                <a:cs typeface="Times New Roman"/>
                <a:sym typeface="Times New Roman"/>
              </a:rPr>
              <a:t>Юзабилити тестирование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276225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Для оценки удобства, понятности и простоты использования сайта, приложения или программы конечными пользователями</a:t>
            </a:r>
            <a:r>
              <a:rPr lang="ru" sz="14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ru" sz="1800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ru" sz="1800">
                <a:latin typeface="Twentieth Century"/>
                <a:ea typeface="Twentieth Century"/>
                <a:cs typeface="Twentieth Century"/>
                <a:sym typeface="Twentieth Century"/>
              </a:rPr>
              <a:t>	Кросс-браузерное тестирование</a:t>
            </a:r>
            <a:br>
              <a:rPr b="1" lang="ru" sz="1800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Выявить, что сайт работает в приемлемом количестве браузеров. Сравнение ожидаемого поведения сайта в различных случаях. Бывают случаи, когда один и тот же тестовый сценарий проходит на одном или нескольких экземплярах, но не работает на другом экземпляре.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18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ru" sz="4000">
                <a:latin typeface="Twentieth Century"/>
                <a:ea typeface="Twentieth Century"/>
                <a:cs typeface="Twentieth Century"/>
                <a:sym typeface="Twentieth Century"/>
              </a:rPr>
              <a:t>План работ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588" y="1602750"/>
            <a:ext cx="5838825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Ресурсы</a:t>
            </a:r>
            <a:endParaRPr b="1"/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113" y="1392975"/>
            <a:ext cx="581977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052550" y="468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Тест кейсы</a:t>
            </a:r>
            <a:endParaRPr b="1"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75" y="1158950"/>
            <a:ext cx="8556902" cy="36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Баг репорты</a:t>
            </a:r>
            <a:endParaRPr b="1"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6976050" cy="320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Итог тестирования</a:t>
            </a:r>
            <a:endParaRPr b="1"/>
          </a:p>
        </p:txBody>
      </p:sp>
      <p:pic>
        <p:nvPicPr>
          <p:cNvPr id="191" name="Google Shape;191;p22" title="Диаграмма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438" y="1307850"/>
            <a:ext cx="7105114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750" y="831275"/>
            <a:ext cx="7162026" cy="34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925" y="336425"/>
            <a:ext cx="7431175" cy="4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ru" sz="4000">
                <a:latin typeface="Twentieth Century"/>
                <a:ea typeface="Twentieth Century"/>
                <a:cs typeface="Twentieth Century"/>
                <a:sym typeface="Twentieth Century"/>
              </a:rPr>
              <a:t>Вывод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ru" sz="1800">
                <a:latin typeface="Twentieth Century"/>
                <a:ea typeface="Twentieth Century"/>
                <a:cs typeface="Twentieth Century"/>
                <a:sym typeface="Twentieth Century"/>
              </a:rPr>
              <a:t>В целом, на основе анализа багов, можно заключить, что некоторые функциональные возможности веб-сайта работают корректно и удовлетворяют потребностям пользователя. Тем не менее найденные ошибки требуют внимания. Оптимизация пользовательского опыта, даже в деталях, содействует общей положительной репутации веб-ресурса.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